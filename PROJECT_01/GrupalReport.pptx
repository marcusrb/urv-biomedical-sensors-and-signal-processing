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72" r:id="rId3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 mitjà 2 - èmfasi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2"/>
  </p:normalViewPr>
  <p:slideViewPr>
    <p:cSldViewPr snapToGrid="0">
      <p:cViewPr varScale="1">
        <p:scale>
          <a:sx n="77" d="100"/>
          <a:sy n="77" d="100"/>
        </p:scale>
        <p:origin x="91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05149-5A04-2E47-9CB4-B748DBBFF474}" type="datetimeFigureOut">
              <a:rPr lang="en-GB" smtClean="0"/>
              <a:t>26/10/2023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B645C-1448-FE4E-A111-7C27EA165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468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C439-98DD-E875-3C42-58A401B08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815B8-E2E9-57A5-D52F-E9D1C25FC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a-ES"/>
              <a:t>Feu clic aquí per editar l'estil de subtítols del patró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4D0EF-AA10-8526-B4D6-72C711576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B0BC-7556-4B4D-B8F5-04AED9194748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6935D-C2EB-E0F6-C8B0-C878F96C7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2D20-7748-171D-C3E2-D93F3E48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5458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A4D09-F807-03B8-424B-FF4629BC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8F671-1330-30F2-11D6-F1ABE197D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954DA-FA53-333B-7B2F-A5512915E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CDE85-5A9A-CB4D-B772-423FAAD141E3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08EFD-6499-93B4-5DEA-70DE3088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7B7FB-B410-9511-171A-4446EB01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40330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B1E5-D7F5-9B8A-C2D4-BA7BD0B5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FB06A-457C-6A30-2761-2220418AF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B7752-2F07-5EF6-6343-2C2FB3BF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B9BE-50F3-E64B-9DA7-4B20904B6024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90ECD-667C-C337-726B-6A0A605B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2F310-7A7F-7F32-1531-FD19ECF4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4172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9668-6A5B-5A9F-B7CD-C212C547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9C309-0B37-3CC6-8A81-C10A9F6A7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96763-58D8-707B-5B33-3AF2A2886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46936-0FB6-C4F4-2003-D041C20D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85F5-D2F2-844F-81C0-43591F2EE982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20F80-EF45-8775-71ED-47235032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793EC-E70C-D541-E0A4-0AA89F7D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52241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A455-F4E1-44CE-B9EF-8A4124D9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687B4-A0BA-F5E3-A33B-5EABE8743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1AEC8-5EE0-75F7-A8DE-CB74AD17D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12C810-6CC4-DD91-77E9-7872B90A3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E69A6F-0026-401F-7756-5347E49D3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CB90CD-7ECB-0D44-DEA8-A84EC907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DDC9-CBAF-2942-9142-A50DDC998215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9C9E7-1C90-0DFA-0978-ABB0A6C36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39E61-BD45-34C1-7FF2-0A941949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26570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58DCB-ED15-0F6F-00DD-6C8956E97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08824-FEC4-39BB-BB75-4165F63B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A2-EA2E-9845-8579-F40DEC182C63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2C50A-1C19-5B48-857D-A52DDA6F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BCC46-B285-AE18-10B5-76391A34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5321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7829E-A2DD-EBCF-E9C9-08F6CC6C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F9D29-E3E4-1244-8D38-4F296EAE7546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25811-36C6-7941-04C3-5ADDBC33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7A63C-AA50-C5F1-55C0-3DB9653F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06307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8F3A4-76E4-16F4-FCDD-FED90935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9474-AF20-742E-6996-1409D12BF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FBC0B-9F04-FD20-609C-C6BFC7D21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3DA70-7E6F-264E-4F2E-038690F5B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416F-BD5C-CE48-A4D5-9D3E0A13DA63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90F60-FDAD-9D43-9B1E-697A4790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B486D-3BCC-2C23-CE86-6268345F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0692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B065-54C4-1C8B-0ABF-3C33CD2D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054D11-9805-FE92-5F77-C36CE5049C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a-ES"/>
              <a:t>Feu clic a la icona per afegir una imatge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9D426-ECB6-41D6-1840-8ABFD2644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C1990-F13E-5754-1620-32FD4ADE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B317-EE3A-714B-B011-49C2AF58331A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AFCE6-120A-5957-43D1-752E8A4C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1E839-F4A0-19BD-36F3-E298C4746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6323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F93C-1756-30F1-D556-DCCE347D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300E1-0ED8-5117-77D2-5F063E5B0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0C9A-8A1E-14AE-69A2-E5D3FDEC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30D3-26A4-EE40-BC42-750642469CD2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F2072-C816-FB34-404D-F0511F39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52524-A407-028B-9B82-2571AE7D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00499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C5ABE-C394-E951-FFDD-F8C6628ED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863C3-38FA-3F66-61E5-BF3400248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49EA7-44FD-DDA1-C099-F48E384E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4B92-4D4C-8642-AF7A-24AF201A2310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1264-2E17-1A9E-AC46-7A8ADBC6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45690-5021-4431-FC30-A08B84FC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03894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C3F9EF-AA6D-6CE3-9BED-9239F882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0B229-F341-A59F-6804-41E58D635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37272-93B5-CF7C-B58B-FDC91D7C8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D8CF2-7094-904D-848A-B91C431997C6}" type="datetime1">
              <a:rPr lang="es-ES_tradnl" smtClean="0"/>
              <a:t>26/10/2023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15465-B029-41C5-C3B7-23A913975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Course Name</a:t>
            </a:r>
            <a:endParaRPr lang="en-E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5BE99-67B7-2E9F-D6FD-FCFE144C9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22399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C531470B-5C47-7B6A-5004-4BF510600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185" y="0"/>
            <a:ext cx="439413" cy="39657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D7251E-3D01-5ED3-6004-62E18D419CCD}"/>
              </a:ext>
            </a:extLst>
          </p:cNvPr>
          <p:cNvCxnSpPr>
            <a:cxnSpLocks/>
          </p:cNvCxnSpPr>
          <p:nvPr/>
        </p:nvCxnSpPr>
        <p:spPr>
          <a:xfrm>
            <a:off x="196437" y="644065"/>
            <a:ext cx="11732455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834A309-BBBE-0969-5D3B-6901D36CF7E8}"/>
              </a:ext>
            </a:extLst>
          </p:cNvPr>
          <p:cNvSpPr txBox="1"/>
          <p:nvPr/>
        </p:nvSpPr>
        <p:spPr>
          <a:xfrm>
            <a:off x="196437" y="-4933"/>
            <a:ext cx="11512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>
                <a:latin typeface="Helvetica Neue Thin" panose="020B0403020202020204" pitchFamily="34" charset="0"/>
                <a:ea typeface="Helvetica Neue Thin" panose="020B0403020202020204" pitchFamily="34" charset="0"/>
              </a:rPr>
              <a:t>Team group:</a:t>
            </a:r>
          </a:p>
          <a:p>
            <a:r>
              <a:rPr lang="en-GB" b="1" i="1">
                <a:latin typeface="Helvetica Neue Thin" panose="020B0403020202020204" pitchFamily="34" charset="0"/>
                <a:ea typeface="Helvetica Neue Thin" panose="020B0403020202020204" pitchFamily="34" charset="0"/>
              </a:rPr>
              <a:t>Project topic:</a:t>
            </a:r>
          </a:p>
        </p:txBody>
      </p:sp>
      <p:sp>
        <p:nvSpPr>
          <p:cNvPr id="7" name="Contenidor de contingut 2">
            <a:extLst>
              <a:ext uri="{FF2B5EF4-FFF2-40B4-BE49-F238E27FC236}">
                <a16:creationId xmlns:a16="http://schemas.microsoft.com/office/drawing/2014/main" id="{DE7B39EF-24E5-A82B-CC0C-493D73F9D470}"/>
              </a:ext>
            </a:extLst>
          </p:cNvPr>
          <p:cNvSpPr txBox="1">
            <a:spLocks/>
          </p:cNvSpPr>
          <p:nvPr/>
        </p:nvSpPr>
        <p:spPr>
          <a:xfrm>
            <a:off x="196438" y="5571144"/>
            <a:ext cx="11799126" cy="1150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1600"/>
              <a:t>Discussion on the topic.</a:t>
            </a:r>
          </a:p>
        </p:txBody>
      </p:sp>
      <p:sp>
        <p:nvSpPr>
          <p:cNvPr id="10" name="Contenidor de contingut 2">
            <a:extLst>
              <a:ext uri="{FF2B5EF4-FFF2-40B4-BE49-F238E27FC236}">
                <a16:creationId xmlns:a16="http://schemas.microsoft.com/office/drawing/2014/main" id="{1F97CE08-CC93-DE49-E147-28B6DFBC67D5}"/>
              </a:ext>
            </a:extLst>
          </p:cNvPr>
          <p:cNvSpPr txBox="1">
            <a:spLocks/>
          </p:cNvSpPr>
          <p:nvPr/>
        </p:nvSpPr>
        <p:spPr>
          <a:xfrm>
            <a:off x="196438" y="1286856"/>
            <a:ext cx="11799126" cy="41995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1600"/>
              <a:t>Summary of the project. Topics that can be explained:</a:t>
            </a:r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600"/>
              <a:t>Analysis of the problem.</a:t>
            </a:r>
            <a:endParaRPr lang="ca-ES" sz="1600"/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600"/>
              <a:t>Type of sensor and/or sensor technique on which it is based</a:t>
            </a:r>
            <a:endParaRPr lang="ca-ES" sz="1600"/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600"/>
              <a:t>Physical principle of transduction.</a:t>
            </a:r>
            <a:endParaRPr lang="ca-ES" sz="1600"/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600"/>
              <a:t>Base technology that supports the sensory technique. For example, in tomography it is a tube into which the patient enters. Explain its operation.</a:t>
            </a:r>
            <a:endParaRPr lang="ca-ES" sz="1600"/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600"/>
              <a:t>Description and analysis of the data acquisition channel. Associated circuitry.</a:t>
            </a:r>
            <a:endParaRPr lang="ca-ES" sz="1600"/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600"/>
              <a:t>Use cases or applications in which its use is extended.</a:t>
            </a:r>
            <a:endParaRPr lang="ca-ES" sz="1600"/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GB" sz="1600"/>
              <a:t>Expected output data. Discussion of results in the use case.</a:t>
            </a:r>
            <a:endParaRPr lang="ca-ES" sz="1600"/>
          </a:p>
          <a:p>
            <a:r>
              <a:rPr lang="ca-ES" sz="1600"/>
              <a:t>Slide formatting is open.</a:t>
            </a:r>
          </a:p>
        </p:txBody>
      </p:sp>
      <p:sp>
        <p:nvSpPr>
          <p:cNvPr id="2" name="Contenidor de contingut 2">
            <a:extLst>
              <a:ext uri="{FF2B5EF4-FFF2-40B4-BE49-F238E27FC236}">
                <a16:creationId xmlns:a16="http://schemas.microsoft.com/office/drawing/2014/main" id="{399F3C32-F325-6980-C3FE-CB647F8431E1}"/>
              </a:ext>
            </a:extLst>
          </p:cNvPr>
          <p:cNvSpPr txBox="1">
            <a:spLocks/>
          </p:cNvSpPr>
          <p:nvPr/>
        </p:nvSpPr>
        <p:spPr>
          <a:xfrm>
            <a:off x="196437" y="767179"/>
            <a:ext cx="11799126" cy="39656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1600"/>
              <a:t>Research field of the orientative paper.</a:t>
            </a:r>
          </a:p>
        </p:txBody>
      </p:sp>
    </p:spTree>
    <p:extLst>
      <p:ext uri="{BB962C8B-B14F-4D97-AF65-F5344CB8AC3E}">
        <p14:creationId xmlns:p14="http://schemas.microsoft.com/office/powerpoint/2010/main" val="425978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C531470B-5C47-7B6A-5004-4BF510600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185" y="0"/>
            <a:ext cx="439413" cy="39657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D7251E-3D01-5ED3-6004-62E18D419CCD}"/>
              </a:ext>
            </a:extLst>
          </p:cNvPr>
          <p:cNvCxnSpPr>
            <a:cxnSpLocks/>
          </p:cNvCxnSpPr>
          <p:nvPr/>
        </p:nvCxnSpPr>
        <p:spPr>
          <a:xfrm>
            <a:off x="196437" y="396570"/>
            <a:ext cx="11732455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834A309-BBBE-0969-5D3B-6901D36CF7E8}"/>
              </a:ext>
            </a:extLst>
          </p:cNvPr>
          <p:cNvSpPr txBox="1"/>
          <p:nvPr/>
        </p:nvSpPr>
        <p:spPr>
          <a:xfrm>
            <a:off x="196437" y="-4933"/>
            <a:ext cx="11512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>
                <a:latin typeface="Helvetica Neue Thin" panose="020B0403020202020204" pitchFamily="34" charset="0"/>
                <a:ea typeface="Helvetica Neue Thin" panose="020B0403020202020204" pitchFamily="34" charset="0"/>
              </a:rPr>
              <a:t>Contribution of the members of the team in the project</a:t>
            </a:r>
            <a:endParaRPr lang="en-GB" i="1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graphicFrame>
        <p:nvGraphicFramePr>
          <p:cNvPr id="11" name="Taula 10">
            <a:extLst>
              <a:ext uri="{FF2B5EF4-FFF2-40B4-BE49-F238E27FC236}">
                <a16:creationId xmlns:a16="http://schemas.microsoft.com/office/drawing/2014/main" id="{3A646AB8-F07C-5FCF-B0C4-377F3FC3E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224804"/>
              </p:ext>
            </p:extLst>
          </p:nvPr>
        </p:nvGraphicFramePr>
        <p:xfrm>
          <a:off x="328959" y="1227772"/>
          <a:ext cx="10694020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0512">
                  <a:extLst>
                    <a:ext uri="{9D8B030D-6E8A-4147-A177-3AD203B41FA5}">
                      <a16:colId xmlns:a16="http://schemas.microsoft.com/office/drawing/2014/main" val="3266065333"/>
                    </a:ext>
                  </a:extLst>
                </a:gridCol>
                <a:gridCol w="2497873">
                  <a:extLst>
                    <a:ext uri="{9D8B030D-6E8A-4147-A177-3AD203B41FA5}">
                      <a16:colId xmlns:a16="http://schemas.microsoft.com/office/drawing/2014/main" val="3862851319"/>
                    </a:ext>
                  </a:extLst>
                </a:gridCol>
                <a:gridCol w="2531327">
                  <a:extLst>
                    <a:ext uri="{9D8B030D-6E8A-4147-A177-3AD203B41FA5}">
                      <a16:colId xmlns:a16="http://schemas.microsoft.com/office/drawing/2014/main" val="3682247914"/>
                    </a:ext>
                  </a:extLst>
                </a:gridCol>
                <a:gridCol w="2044308">
                  <a:extLst>
                    <a:ext uri="{9D8B030D-6E8A-4147-A177-3AD203B41FA5}">
                      <a16:colId xmlns:a16="http://schemas.microsoft.com/office/drawing/2014/main" val="3994367974"/>
                    </a:ext>
                  </a:extLst>
                </a:gridCol>
              </a:tblGrid>
              <a:tr h="235703">
                <a:tc gridSpan="4">
                  <a:txBody>
                    <a:bodyPr/>
                    <a:lstStyle/>
                    <a:p>
                      <a:r>
                        <a:rPr lang="en-US"/>
                        <a:t>Rate the contribution of other members to the project.</a:t>
                      </a:r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284073"/>
                  </a:ext>
                </a:extLst>
              </a:tr>
              <a:tr h="235703">
                <a:tc>
                  <a:txBody>
                    <a:bodyPr/>
                    <a:lstStyle/>
                    <a:p>
                      <a:r>
                        <a:rPr lang="ca-ES"/>
                        <a:t>Name member 1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ca-ES" i="1"/>
                        <a:t>Its me. Don’t fill in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437754"/>
                  </a:ext>
                </a:extLst>
              </a:tr>
              <a:tr h="2357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/>
                        <a:t>Name member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Participated in the global discussion of the project.</a:t>
                      </a:r>
                      <a:endParaRPr lang="ca-E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He contributed to building the summary slide.</a:t>
                      </a:r>
                      <a:endParaRPr lang="ca-E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Click here if he didn't do anything</a:t>
                      </a:r>
                      <a:endParaRPr lang="ca-ES" sz="1400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066427"/>
                  </a:ext>
                </a:extLst>
              </a:tr>
              <a:tr h="2357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/>
                        <a:t>Name member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Participated in the global discussion of the project.</a:t>
                      </a:r>
                      <a:endParaRPr lang="ca-E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He contributed to building the summary slide.</a:t>
                      </a:r>
                      <a:endParaRPr lang="ca-E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Click here if he didn't do anything</a:t>
                      </a:r>
                      <a:endParaRPr lang="ca-ES" sz="1400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485829"/>
                  </a:ext>
                </a:extLst>
              </a:tr>
              <a:tr h="2357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/>
                        <a:t>Name member 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Participated in the global discussion of the project.</a:t>
                      </a:r>
                      <a:endParaRPr lang="ca-E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He contributed to building the summary slide.</a:t>
                      </a:r>
                      <a:endParaRPr lang="ca-E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Click here if he didn't do anything</a:t>
                      </a:r>
                      <a:endParaRPr lang="ca-ES" sz="1400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387760"/>
                  </a:ext>
                </a:extLst>
              </a:tr>
              <a:tr h="2357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/>
                        <a:t>Name member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Participated in the global discussion of the project.</a:t>
                      </a:r>
                      <a:endParaRPr lang="ca-E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He contributed to building the summary slide.</a:t>
                      </a:r>
                      <a:endParaRPr lang="ca-E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Click here if he didn't do anything</a:t>
                      </a:r>
                      <a:endParaRPr lang="ca-ES" sz="1400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690460"/>
                  </a:ext>
                </a:extLst>
              </a:tr>
              <a:tr h="3860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/>
                        <a:t>Name member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Participated in the global discussion of the project.</a:t>
                      </a:r>
                      <a:endParaRPr lang="ca-E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He contributed to building the summary slide.</a:t>
                      </a:r>
                      <a:endParaRPr lang="ca-ES" sz="14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/>
                        <a:t>Click here if he didn't do anything</a:t>
                      </a:r>
                      <a:endParaRPr lang="ca-ES" sz="1400" i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245404"/>
                  </a:ext>
                </a:extLst>
              </a:tr>
            </a:tbl>
          </a:graphicData>
        </a:graphic>
      </p:graphicFrame>
      <p:sp>
        <p:nvSpPr>
          <p:cNvPr id="12" name="QuadreDeText 11">
            <a:extLst>
              <a:ext uri="{FF2B5EF4-FFF2-40B4-BE49-F238E27FC236}">
                <a16:creationId xmlns:a16="http://schemas.microsoft.com/office/drawing/2014/main" id="{5F2728A8-1A18-EEA3-FF07-0941BCA2CA8A}"/>
              </a:ext>
            </a:extLst>
          </p:cNvPr>
          <p:cNvSpPr txBox="1"/>
          <p:nvPr/>
        </p:nvSpPr>
        <p:spPr>
          <a:xfrm>
            <a:off x="527742" y="513060"/>
            <a:ext cx="9212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>
                <a:solidFill>
                  <a:srgbClr val="0070C0"/>
                </a:solidFill>
              </a:rPr>
              <a:t>Grade each item between 5 and 0 in the next tables. </a:t>
            </a:r>
            <a:r>
              <a:rPr lang="ca-ES">
                <a:solidFill>
                  <a:srgbClr val="FF0000"/>
                </a:solidFill>
              </a:rPr>
              <a:t>5</a:t>
            </a:r>
            <a:r>
              <a:rPr lang="ca-ES">
                <a:solidFill>
                  <a:srgbClr val="0070C0"/>
                </a:solidFill>
              </a:rPr>
              <a:t> means very well, </a:t>
            </a:r>
            <a:r>
              <a:rPr lang="ca-ES">
                <a:solidFill>
                  <a:srgbClr val="FF0000"/>
                </a:solidFill>
              </a:rPr>
              <a:t>0</a:t>
            </a:r>
            <a:r>
              <a:rPr lang="ca-ES">
                <a:solidFill>
                  <a:srgbClr val="0070C0"/>
                </a:solidFill>
              </a:rPr>
              <a:t> means very bad.</a:t>
            </a:r>
          </a:p>
        </p:txBody>
      </p:sp>
    </p:spTree>
    <p:extLst>
      <p:ext uri="{BB962C8B-B14F-4D97-AF65-F5344CB8AC3E}">
        <p14:creationId xmlns:p14="http://schemas.microsoft.com/office/powerpoint/2010/main" val="9513140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'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DS_template_presentation" id="{AB29A574-3D2A-514A-B9EB-50A9D778B744}" vid="{97014D54-2234-FB47-8464-7E627D9D49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MBDS_template_presentation</Template>
  <TotalTime>719</TotalTime>
  <Words>305</Words>
  <Application>Microsoft Office PowerPoint</Application>
  <PresentationFormat>Pantalla panoràmica</PresentationFormat>
  <Paragraphs>38</Paragraphs>
  <Slides>2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4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 Neue Thin</vt:lpstr>
      <vt:lpstr>Tema de l'Office</vt:lpstr>
      <vt:lpstr>Presentació del PowerPoint</vt:lpstr>
      <vt:lpstr>Presentació del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>Joan Oliver Malagelada</dc:creator>
  <cp:lastModifiedBy>Joan Oliver Malagelada</cp:lastModifiedBy>
  <cp:revision>52</cp:revision>
  <cp:lastPrinted>2023-10-02T07:43:15Z</cp:lastPrinted>
  <dcterms:created xsi:type="dcterms:W3CDTF">2022-09-24T14:36:53Z</dcterms:created>
  <dcterms:modified xsi:type="dcterms:W3CDTF">2023-10-26T13:29:55Z</dcterms:modified>
</cp:coreProperties>
</file>