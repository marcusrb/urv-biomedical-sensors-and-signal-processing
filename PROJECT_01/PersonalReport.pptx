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en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 mitjà 2 - èmfasi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62"/>
  </p:normalViewPr>
  <p:slideViewPr>
    <p:cSldViewPr snapToGrid="0">
      <p:cViewPr varScale="1">
        <p:scale>
          <a:sx n="81" d="100"/>
          <a:sy n="81" d="100"/>
        </p:scale>
        <p:origin x="648" y="5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905149-5A04-2E47-9CB4-B748DBBFF474}" type="datetimeFigureOut">
              <a:rPr lang="en-GB" smtClean="0"/>
              <a:t>16/10/2024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4B645C-1448-FE4E-A111-7C27EA165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9468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CC439-98DD-E875-3C42-58A401B08C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a-ES"/>
              <a:t>Feu clic aquí per editar l'estil</a:t>
            </a:r>
            <a:endParaRPr lang="en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1815B8-E2E9-57A5-D52F-E9D1C25FC2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a-ES"/>
              <a:t>Feu clic aquí per editar l'estil de subtítols del patró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4D0EF-AA10-8526-B4D6-72C711576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0B0BC-7556-4B4D-B8F5-04AED9194748}" type="datetime1">
              <a:rPr lang="es-ES_tradnl" smtClean="0"/>
              <a:t>16/10/2024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6935D-C2EB-E0F6-C8B0-C878F96C7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Course Name</a:t>
            </a:r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52D20-7748-171D-C3E2-D93F3E483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B75D2-C5C7-9D4E-9F89-A58701578F82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54580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ol i objec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A4D09-F807-03B8-424B-FF4629BC8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Feu clic aquí per editar l'estil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8F671-1330-30F2-11D6-F1ABE197D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954DA-FA53-333B-7B2F-A5512915E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CDE85-5A9A-CB4D-B772-423FAAD141E3}" type="datetime1">
              <a:rPr lang="es-ES_tradnl" smtClean="0"/>
              <a:t>16/10/2024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D08EFD-6499-93B4-5DEA-70DE30882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Course Name</a:t>
            </a:r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7B7FB-B410-9511-171A-4446EB019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B75D2-C5C7-9D4E-9F89-A58701578F82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340330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pçalera de la secci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1B1E5-D7F5-9B8A-C2D4-BA7BD0B57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a-ES"/>
              <a:t>Feu clic aquí per editar l'estil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1FB06A-457C-6A30-2761-2220418AF0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a-ES"/>
              <a:t>Feu clic per editar els estils del text del patró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B7752-2F07-5EF6-6343-2C2FB3BF0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CB9BE-50F3-E64B-9DA7-4B20904B6024}" type="datetime1">
              <a:rPr lang="es-ES_tradnl" smtClean="0"/>
              <a:t>16/10/2024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90ECD-667C-C337-726B-6A0A605B1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Course Name</a:t>
            </a:r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2F310-7A7F-7F32-1531-FD19ECF4C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B75D2-C5C7-9D4E-9F89-A58701578F82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41724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c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59668-6A5B-5A9F-B7CD-C212C547E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Feu clic aquí per editar l'estil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9C309-0B37-3CC6-8A81-C10A9F6A70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n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B96763-58D8-707B-5B33-3AF2A28866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n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E46936-0FB6-C4F4-2003-D041C20DD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C85F5-D2F2-844F-81C0-43591F2EE982}" type="datetime1">
              <a:rPr lang="es-ES_tradnl" smtClean="0"/>
              <a:t>16/10/2024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120F80-EF45-8775-71ED-47235032B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Course Name</a:t>
            </a:r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793EC-E70C-D541-E0A4-0AA89F7D1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B75D2-C5C7-9D4E-9F89-A58701578F82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52241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5A455-F4E1-44CE-B9EF-8A4124D92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a-ES"/>
              <a:t>Feu clic aquí per editar l'estil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1687B4-A0BA-F5E3-A33B-5EABE8743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a-ES"/>
              <a:t>Feu clic per editar els estils del text del patró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81AEC8-5EE0-75F7-A8DE-CB74AD17DC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n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12C810-6CC4-DD91-77E9-7872B90A36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a-ES"/>
              <a:t>Feu clic per editar els estils del text del patró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E69A6F-0026-401F-7756-5347E49D30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n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CB90CD-7ECB-0D44-DEA8-A84EC9071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FDDC9-CBAF-2942-9142-A50DDC998215}" type="datetime1">
              <a:rPr lang="es-ES_tradnl" smtClean="0"/>
              <a:t>16/10/2024</a:t>
            </a:fld>
            <a:endParaRPr lang="en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D9C9E7-1C90-0DFA-0978-ABB0A6C36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Course Name</a:t>
            </a:r>
            <a:endParaRPr lang="en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939E61-BD45-34C1-7FF2-0A9419494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B75D2-C5C7-9D4E-9F89-A58701578F82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326570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omés tít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58DCB-ED15-0F6F-00DD-6C8956E97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Feu clic aquí per editar l'estil</a:t>
            </a:r>
            <a:endParaRPr lang="en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008824-FEC4-39BB-BB75-4165F63B1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BB3A2-EA2E-9845-8579-F40DEC182C63}" type="datetime1">
              <a:rPr lang="es-ES_tradnl" smtClean="0"/>
              <a:t>16/10/2024</a:t>
            </a:fld>
            <a:endParaRPr lang="en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C2C50A-1C19-5B48-857D-A52DDA6FA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Course Name</a:t>
            </a:r>
            <a:endParaRPr lang="en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ABCC46-B285-AE18-10B5-76391A34F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B75D2-C5C7-9D4E-9F89-A58701578F82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415321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87829E-A2DD-EBCF-E9C9-08F6CC6C6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F9D29-E3E4-1244-8D38-4F296EAE7546}" type="datetime1">
              <a:rPr lang="es-ES_tradnl" smtClean="0"/>
              <a:t>16/10/2024</a:t>
            </a:fld>
            <a:endParaRPr lang="en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A25811-36C6-7941-04C3-5ADDBC336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Course Name</a:t>
            </a:r>
            <a:endParaRPr lang="en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7A63C-AA50-C5F1-55C0-3DB9653F8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B75D2-C5C7-9D4E-9F89-A58701578F82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4063076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ingut amb l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8F3A4-76E4-16F4-FCDD-FED909351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a-ES"/>
              <a:t>Feu clic aquí per editar l'estil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89474-AF20-742E-6996-1409D12BF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n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3FBC0B-9F04-FD20-609C-C6BFC7D21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a-ES"/>
              <a:t>Feu clic per editar els estils del text del patró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83DA70-7E6F-264E-4F2E-038690F5B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1416F-BD5C-CE48-A4D5-9D3E0A13DA63}" type="datetime1">
              <a:rPr lang="es-ES_tradnl" smtClean="0"/>
              <a:t>16/10/2024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490F60-FDAD-9D43-9B1E-697A47908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Course Name</a:t>
            </a:r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8B486D-3BCC-2C23-CE86-6268345FB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B75D2-C5C7-9D4E-9F89-A58701578F82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0692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tge amb l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DB065-54C4-1C8B-0ABF-3C33CD2D0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a-ES"/>
              <a:t>Feu clic aquí per editar l'estil</a:t>
            </a:r>
            <a:endParaRPr lang="en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054D11-9805-FE92-5F77-C36CE5049C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a-ES"/>
              <a:t>Feu clic a la icona per afegir una imatge</a:t>
            </a:r>
            <a:endParaRPr lang="en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09D426-ECB6-41D6-1840-8ABFD2644F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a-ES"/>
              <a:t>Feu clic per editar els estils del text del patró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DC1990-F13E-5754-1620-32FD4ADE0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7B317-EE3A-714B-B011-49C2AF58331A}" type="datetime1">
              <a:rPr lang="es-ES_tradnl" smtClean="0"/>
              <a:t>16/10/2024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1AFCE6-120A-5957-43D1-752E8A4C4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Course Name</a:t>
            </a:r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91E839-F4A0-19BD-36F3-E298C4746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B75D2-C5C7-9D4E-9F89-A58701578F82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6323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ol i text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2F93C-1756-30F1-D556-DCCE347D7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Feu clic aquí per editar l'estil</a:t>
            </a:r>
            <a:endParaRPr lang="en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0300E1-0ED8-5117-77D2-5F063E5B00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F0C9A-8A1E-14AE-69A2-E5D3FDECD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230D3-26A4-EE40-BC42-750642469CD2}" type="datetime1">
              <a:rPr lang="es-ES_tradnl" smtClean="0"/>
              <a:t>16/10/2024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F2072-C816-FB34-404D-F0511F39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Course Name</a:t>
            </a:r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552524-A407-028B-9B82-2571AE7D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B75D2-C5C7-9D4E-9F89-A58701578F82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700499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ol vertical 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2C5ABE-C394-E951-FFDD-F8C6628ED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a-ES"/>
              <a:t>Feu clic aquí per editar l'estil</a:t>
            </a:r>
            <a:endParaRPr lang="en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5863C3-38FA-3F66-61E5-BF3400248D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49EA7-44FD-DDA1-C099-F48E384E1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54B92-4D4C-8642-AF7A-24AF201A2310}" type="datetime1">
              <a:rPr lang="es-ES_tradnl" smtClean="0"/>
              <a:t>16/10/2024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E1264-2E17-1A9E-AC46-7A8ADBC6E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Course Name</a:t>
            </a:r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45690-5021-4431-FC30-A08B84FC0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B75D2-C5C7-9D4E-9F89-A58701578F82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038947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C3F9EF-AA6D-6CE3-9BED-9239F8821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a-ES"/>
              <a:t>Feu clic aquí per editar l'estil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A0B229-F341-A59F-6804-41E58D635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537272-93B5-CF7C-B58B-FDC91D7C87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7D8CF2-7094-904D-848A-B91C431997C6}" type="datetime1">
              <a:rPr lang="es-ES_tradnl" smtClean="0"/>
              <a:t>16/10/2024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15465-B029-41C5-C3B7-23A913975F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Course Name</a:t>
            </a:r>
            <a:endParaRPr lang="en-E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5BE99-67B7-2E9F-D6FD-FCFE144C92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CB75D2-C5C7-9D4E-9F89-A58701578F82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223995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go&#10;&#10;Description automatically generated with medium confidence">
            <a:extLst>
              <a:ext uri="{FF2B5EF4-FFF2-40B4-BE49-F238E27FC236}">
                <a16:creationId xmlns:a16="http://schemas.microsoft.com/office/drawing/2014/main" id="{C531470B-5C47-7B6A-5004-4BF510600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9835" y="-1"/>
            <a:ext cx="918763" cy="829183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7D7251E-3D01-5ED3-6004-62E18D419CCD}"/>
              </a:ext>
            </a:extLst>
          </p:cNvPr>
          <p:cNvCxnSpPr>
            <a:cxnSpLocks/>
          </p:cNvCxnSpPr>
          <p:nvPr/>
        </p:nvCxnSpPr>
        <p:spPr>
          <a:xfrm>
            <a:off x="229772" y="918397"/>
            <a:ext cx="11732455" cy="0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834A309-BBBE-0969-5D3B-6901D36CF7E8}"/>
              </a:ext>
            </a:extLst>
          </p:cNvPr>
          <p:cNvSpPr txBox="1"/>
          <p:nvPr/>
        </p:nvSpPr>
        <p:spPr>
          <a:xfrm>
            <a:off x="196437" y="-4933"/>
            <a:ext cx="115127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i="1">
                <a:latin typeface="Helvetica Neue Thin" panose="020B0403020202020204" pitchFamily="34" charset="0"/>
                <a:ea typeface="Helvetica Neue Thin" panose="020B0403020202020204" pitchFamily="34" charset="0"/>
              </a:rPr>
              <a:t>Student name:</a:t>
            </a:r>
          </a:p>
          <a:p>
            <a:r>
              <a:rPr lang="en-GB" b="1" i="1">
                <a:latin typeface="Helvetica Neue Thin" panose="020B0403020202020204" pitchFamily="34" charset="0"/>
                <a:ea typeface="Helvetica Neue Thin" panose="020B0403020202020204" pitchFamily="34" charset="0"/>
              </a:rPr>
              <a:t>Paper title:</a:t>
            </a:r>
          </a:p>
          <a:p>
            <a:r>
              <a:rPr lang="en-GB" i="1">
                <a:latin typeface="Helvetica Neue Thin" panose="020B0403020202020204" pitchFamily="34" charset="0"/>
                <a:ea typeface="Helvetica Neue Thin" panose="020B0403020202020204" pitchFamily="34" charset="0"/>
              </a:rPr>
              <a:t>Paper auhors:</a:t>
            </a:r>
            <a:endParaRPr lang="en-GB" i="1" dirty="0"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</p:txBody>
      </p:sp>
      <p:sp>
        <p:nvSpPr>
          <p:cNvPr id="3" name="Contenidor de contingut 2">
            <a:extLst>
              <a:ext uri="{FF2B5EF4-FFF2-40B4-BE49-F238E27FC236}">
                <a16:creationId xmlns:a16="http://schemas.microsoft.com/office/drawing/2014/main" id="{B1323A5B-6152-D3C6-E173-492F03E4C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436" y="1773040"/>
            <a:ext cx="5899563" cy="1993561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ca-ES" sz="1600"/>
              <a:t>Make a summary of the paper</a:t>
            </a:r>
          </a:p>
        </p:txBody>
      </p:sp>
      <p:sp>
        <p:nvSpPr>
          <p:cNvPr id="7" name="Contenidor de contingut 2">
            <a:extLst>
              <a:ext uri="{FF2B5EF4-FFF2-40B4-BE49-F238E27FC236}">
                <a16:creationId xmlns:a16="http://schemas.microsoft.com/office/drawing/2014/main" id="{DE7B39EF-24E5-A82B-CC0C-493D73F9D470}"/>
              </a:ext>
            </a:extLst>
          </p:cNvPr>
          <p:cNvSpPr txBox="1">
            <a:spLocks/>
          </p:cNvSpPr>
          <p:nvPr/>
        </p:nvSpPr>
        <p:spPr>
          <a:xfrm>
            <a:off x="6200078" y="4928839"/>
            <a:ext cx="5795485" cy="179263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a-ES" sz="1600"/>
              <a:t>Critical reasoning about the results explained in the paper</a:t>
            </a:r>
          </a:p>
        </p:txBody>
      </p:sp>
      <p:sp>
        <p:nvSpPr>
          <p:cNvPr id="9" name="Contenidor de contingut 2">
            <a:extLst>
              <a:ext uri="{FF2B5EF4-FFF2-40B4-BE49-F238E27FC236}">
                <a16:creationId xmlns:a16="http://schemas.microsoft.com/office/drawing/2014/main" id="{3B227F31-E91B-D5A7-8961-5A121DABA1AC}"/>
              </a:ext>
            </a:extLst>
          </p:cNvPr>
          <p:cNvSpPr txBox="1">
            <a:spLocks/>
          </p:cNvSpPr>
          <p:nvPr/>
        </p:nvSpPr>
        <p:spPr>
          <a:xfrm>
            <a:off x="196437" y="3855817"/>
            <a:ext cx="5899562" cy="286565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a-ES" sz="1600"/>
              <a:t>Explain the contributiojn of the paper in respect other papers (state of the art).</a:t>
            </a:r>
          </a:p>
          <a:p>
            <a:r>
              <a:rPr lang="ca-ES" sz="1600"/>
              <a:t>Perhaps it will be useful to fill in this section once make the global discussion of all the papers. </a:t>
            </a:r>
          </a:p>
        </p:txBody>
      </p:sp>
      <p:sp>
        <p:nvSpPr>
          <p:cNvPr id="10" name="Contenidor de contingut 2">
            <a:extLst>
              <a:ext uri="{FF2B5EF4-FFF2-40B4-BE49-F238E27FC236}">
                <a16:creationId xmlns:a16="http://schemas.microsoft.com/office/drawing/2014/main" id="{1F97CE08-CC93-DE49-E147-28B6DFBC67D5}"/>
              </a:ext>
            </a:extLst>
          </p:cNvPr>
          <p:cNvSpPr txBox="1">
            <a:spLocks/>
          </p:cNvSpPr>
          <p:nvPr/>
        </p:nvSpPr>
        <p:spPr>
          <a:xfrm>
            <a:off x="6200078" y="1773044"/>
            <a:ext cx="5795485" cy="306658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a-ES" sz="1600"/>
              <a:t>Explain the results presented in the paper.n Use, if necessary, graphs or plots of the paper.</a:t>
            </a:r>
          </a:p>
        </p:txBody>
      </p:sp>
      <p:sp>
        <p:nvSpPr>
          <p:cNvPr id="2" name="Contenidor de contingut 2">
            <a:extLst>
              <a:ext uri="{FF2B5EF4-FFF2-40B4-BE49-F238E27FC236}">
                <a16:creationId xmlns:a16="http://schemas.microsoft.com/office/drawing/2014/main" id="{399F3C32-F325-6980-C3FE-CB647F8431E1}"/>
              </a:ext>
            </a:extLst>
          </p:cNvPr>
          <p:cNvSpPr txBox="1">
            <a:spLocks/>
          </p:cNvSpPr>
          <p:nvPr/>
        </p:nvSpPr>
        <p:spPr>
          <a:xfrm>
            <a:off x="163101" y="1007609"/>
            <a:ext cx="11799126" cy="67622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a-ES" sz="1600"/>
              <a:t>Research field of the orientative paper.</a:t>
            </a:r>
          </a:p>
        </p:txBody>
      </p:sp>
    </p:spTree>
    <p:extLst>
      <p:ext uri="{BB962C8B-B14F-4D97-AF65-F5344CB8AC3E}">
        <p14:creationId xmlns:p14="http://schemas.microsoft.com/office/powerpoint/2010/main" val="42597862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l'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BDS_template_presentation" id="{AB29A574-3D2A-514A-B9EB-50A9D778B744}" vid="{97014D54-2234-FB47-8464-7E627D9D49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MBDS_template_presentation</Template>
  <TotalTime>701</TotalTime>
  <Words>88</Words>
  <Application>Microsoft Office PowerPoint</Application>
  <PresentationFormat>Pantalla panoràmica</PresentationFormat>
  <Paragraphs>9</Paragraphs>
  <Slides>1</Slides>
  <Notes>0</Notes>
  <HiddenSlides>0</HiddenSlides>
  <MMClips>0</MMClips>
  <ScaleCrop>false</ScaleCrop>
  <HeadingPairs>
    <vt:vector size="6" baseType="variant">
      <vt:variant>
        <vt:lpstr>Tipus de lletra utilitzats</vt:lpstr>
      </vt:variant>
      <vt:variant>
        <vt:i4>4</vt:i4>
      </vt:variant>
      <vt:variant>
        <vt:lpstr>Tema</vt:lpstr>
      </vt:variant>
      <vt:variant>
        <vt:i4>1</vt:i4>
      </vt:variant>
      <vt:variant>
        <vt:lpstr>Títols de les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 Neue Thin</vt:lpstr>
      <vt:lpstr>Tema de l'Office</vt:lpstr>
      <vt:lpstr>Presentació del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 del PowerPoint</dc:title>
  <dc:creator>Joan Oliver Malagelada</dc:creator>
  <cp:lastModifiedBy>Joan Oliver Malagelada</cp:lastModifiedBy>
  <cp:revision>52</cp:revision>
  <cp:lastPrinted>2023-10-02T07:43:15Z</cp:lastPrinted>
  <dcterms:created xsi:type="dcterms:W3CDTF">2022-09-24T14:36:53Z</dcterms:created>
  <dcterms:modified xsi:type="dcterms:W3CDTF">2024-10-16T16:24:23Z</dcterms:modified>
</cp:coreProperties>
</file>